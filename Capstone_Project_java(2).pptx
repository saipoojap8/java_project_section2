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Calibri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480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1638300"/>
            <a:ext cx="2524125" cy="285750"/>
          </a:xfrm>
          <a:prstGeom prst="roundRect">
            <a:avLst>
              <a:gd name="adj" fmla="val 50000"/>
            </a:avLst>
          </a:prstGeom>
          <a:solidFill>
            <a:srgbClr val="90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62475"/>
            <a:ext cx="1762125" cy="657225"/>
          </a:xfrm>
          <a:prstGeom prst="roundRect">
            <a:avLst>
              <a:gd name="adj" fmla="val 17391"/>
            </a:avLst>
          </a:prstGeom>
          <a:solidFill>
            <a:srgbClr val="892643"/>
          </a:solidFill>
          <a:ln w="9525">
            <a:solidFill>
              <a:srgbClr val="963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24125" y="4562475"/>
            <a:ext cx="1743075" cy="657225"/>
          </a:xfrm>
          <a:prstGeom prst="roundRect">
            <a:avLst>
              <a:gd name="adj" fmla="val 17391"/>
            </a:avLst>
          </a:prstGeom>
          <a:solidFill>
            <a:srgbClr val="892643"/>
          </a:solidFill>
          <a:ln w="9525">
            <a:solidFill>
              <a:srgbClr val="963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724025"/>
            <a:ext cx="138112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114550"/>
            <a:ext cx="6740842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1" i="0" u="none">
                <a:solidFill>
                  <a:srgbClr val="FFFFFF"/>
                </a:solidFill>
                <a:latin typeface="Plus Jakarta Sans"/>
              </a:rPr>
              <a:t>Blood Bank Inventory &amp; Donor Matcher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00425"/>
            <a:ext cx="56197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ECDD3"/>
                </a:solidFill>
                <a:latin typeface="Plus Jakarta Sans"/>
              </a:rPr>
              <a:t>Streamlining blood donor records, real-time inventory tracking, and automated compatibility matching using core Java architecture.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1695450"/>
            <a:ext cx="2352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E4E6"/>
                </a:solidFill>
                <a:latin typeface="Plus Jakarta Sans"/>
              </a:rPr>
              <a:t>JAVA HEALTHCARE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686300"/>
            <a:ext cx="1702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DA4AF"/>
                </a:solidFill>
                <a:latin typeface="Plus Jakarta Sans"/>
              </a:rPr>
              <a:t>Primary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876800"/>
            <a:ext cx="17025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Java SE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150" y="4686300"/>
            <a:ext cx="1678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DA4AF"/>
                </a:solidFill>
                <a:latin typeface="Plus Jakarta Sans"/>
              </a:rPr>
              <a:t>Target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4876800"/>
            <a:ext cx="16787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Healthcare Tech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192" y="31315"/>
            <a:ext cx="2162828" cy="889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727"/>
            <a:ext cx="4072068" cy="134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Group 18"/>
          <p:cNvGrpSpPr/>
          <p:nvPr/>
        </p:nvGrpSpPr>
        <p:grpSpPr>
          <a:xfrm>
            <a:off x="7573289" y="1103132"/>
            <a:ext cx="3948048" cy="5451835"/>
            <a:chOff x="0" y="0"/>
            <a:chExt cx="9150858" cy="13726668"/>
          </a:xfrm>
        </p:grpSpPr>
        <p:sp>
          <p:nvSpPr>
            <p:cNvPr id="20" name="Freeform 19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9647"/>
            <a:ext cx="5334000" cy="1270396"/>
          </a:xfrm>
          <a:prstGeom prst="roundRect">
            <a:avLst>
              <a:gd name="adj" fmla="val 89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80544"/>
            <a:ext cx="5334000" cy="1510307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680519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41964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419647"/>
            <a:ext cx="47625" cy="127039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34075" y="2419647"/>
            <a:ext cx="9525" cy="12703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538132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880544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3880544"/>
            <a:ext cx="47625" cy="1510307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34075" y="3880544"/>
            <a:ext cx="9525" cy="151030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905000"/>
            <a:ext cx="5334000" cy="400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905000"/>
            <a:ext cx="210502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672060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4132957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0680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23C"/>
                </a:solidFill>
                <a:latin typeface="Plus Jakarta Sans"/>
              </a:rPr>
              <a:t>Context &amp;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953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Transforming Manual Operations to Digital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972097"/>
            <a:ext cx="49149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Paper-based blood management creates critical delays, inventory miscounts, and risky manual compatibility errors.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4432994"/>
            <a:ext cx="49149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Unified Java system automating donor registration, real-time stock balances, and instant patient matching algorithms.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9675" y="2657772"/>
            <a:ext cx="322540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The Operational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9675" y="4118669"/>
            <a:ext cx="292536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The Automated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4572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E123C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50" b="1">
                <a:solidFill>
                  <a:srgbClr val="0F172A"/>
                </a:solidFill>
                <a:latin typeface="Plus Jakarta Sans"/>
              </a:rPr>
              <a:t>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508760"/>
            <a:ext cx="10972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2648" y="1508760"/>
            <a:ext cx="64008" cy="45262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847088"/>
            <a:ext cx="1014984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475569"/>
                </a:solidFill>
                <a:latin typeface="Plus Jakarta Sans"/>
              </a:defRPr>
            </a:pPr>
            <a:r>
              <a:t>The Blood Bank Inventory &amp; Donor Matcher is a Java-based healthcare solution designed to digitize and simplify blood bank operations.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475569"/>
                </a:solidFill>
                <a:latin typeface="Plus Jakarta Sans"/>
              </a:defRPr>
            </a:pPr>
            <a:r>
              <a:t>It maintains centralized donor records and tracks blood units by blood group.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475569"/>
                </a:solidFill>
                <a:latin typeface="Plus Jakarta Sans"/>
              </a:defRPr>
            </a:pPr>
            <a:r>
              <a:t>The system allows staff to register donors, update inventory, and manage patient requests efficiently.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475569"/>
                </a:solidFill>
                <a:latin typeface="Plus Jakarta Sans"/>
              </a:defRPr>
            </a:pPr>
            <a:r>
              <a:t>It applies ABO and Rh compatibility rules to identify suitable blood matches.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475569"/>
                </a:solidFill>
                <a:latin typeface="Plus Jakarta Sans"/>
              </a:defRPr>
            </a:pPr>
            <a:r>
              <a:t>Automated stock deduction helps keep inventory information current after each issue.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475569"/>
                </a:solidFill>
                <a:latin typeface="Plus Jakarta Sans"/>
              </a:defRPr>
            </a:pPr>
            <a:r>
              <a:t>Input validation and exception handling reduce errors during data entry and processing.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475569"/>
                </a:solidFill>
                <a:latin typeface="Plus Jakarta Sans"/>
              </a:defRPr>
            </a:pPr>
            <a:r>
              <a:t>The project demonstrates object-oriented programming, collections, conditional logic, and exception handling in Java.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475569"/>
                </a:solidFill>
                <a:latin typeface="Plus Jakarta Sans"/>
              </a:defRPr>
            </a:pPr>
            <a:r>
              <a:t>By integrating these functions, the system provides a practical and organized approach to blood bank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5321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BE123C"/>
                </a:solidFill>
                <a:latin typeface="Plus Jakarta Sans"/>
              </a:rPr>
              <a:t>JAVA HEALTHCARE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9862"/>
            <a:ext cx="2600325" cy="2352675"/>
          </a:xfrm>
          <a:prstGeom prst="roundRect">
            <a:avLst>
              <a:gd name="adj" fmla="val 56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709862"/>
            <a:ext cx="2600325" cy="2352675"/>
          </a:xfrm>
          <a:prstGeom prst="roundRect">
            <a:avLst>
              <a:gd name="adj" fmla="val 56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709862"/>
            <a:ext cx="2600325" cy="2352675"/>
          </a:xfrm>
          <a:prstGeom prst="roundRect">
            <a:avLst>
              <a:gd name="adj" fmla="val 56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709862"/>
            <a:ext cx="2600325" cy="2352675"/>
          </a:xfrm>
          <a:prstGeom prst="roundRect">
            <a:avLst>
              <a:gd name="adj" fmla="val 56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860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98608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298608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2986087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" y="3109912"/>
            <a:ext cx="1619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662" y="3109912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8912" y="3109912"/>
            <a:ext cx="2381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9737" y="3109912"/>
            <a:ext cx="2381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0680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23C"/>
                </a:solidFill>
                <a:latin typeface="Plus Jakarta Sans"/>
              </a:rPr>
              <a:t>Risk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Eliminating Core Vulnerabilities in Healthcare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595687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Record Keeping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910012"/>
            <a:ext cx="221932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Manual donor logs cause retrieval delays and lost health history.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3595687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Slow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8550" y="3910012"/>
            <a:ext cx="221932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Searching compatibility lists manually wastes life-saving emergency minutes.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595687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Inventory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910012"/>
            <a:ext cx="221932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Untracked shelf life leads to expired blood unit wastage.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3595687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Transfusion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3910012"/>
            <a:ext cx="221932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Human error during ABO verification risks severe patient complications.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0" y="2419350"/>
            <a:ext cx="32194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62950" y="2419350"/>
            <a:ext cx="32194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953000" y="3981450"/>
            <a:ext cx="32194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62950" y="3981450"/>
            <a:ext cx="32194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90700"/>
            <a:ext cx="4000500" cy="419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90700"/>
            <a:ext cx="4000500" cy="419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23C"/>
                </a:solidFill>
                <a:latin typeface="Plus Jakarta Sans"/>
              </a:rPr>
              <a:t>Strategic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System Design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2075" y="2638425"/>
            <a:ext cx="3476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E123C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075" y="2876550"/>
            <a:ext cx="36504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Centralized Donor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075" y="3133725"/>
            <a:ext cx="28765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Instant query &amp; updates across database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2025" y="2638425"/>
            <a:ext cx="3476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E123C"/>
                </a:solidFill>
                <a:latin typeface="Plus Jakarta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2025" y="2876550"/>
            <a:ext cx="3609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Live Stock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2025" y="3133725"/>
            <a:ext cx="28765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Automated unit subtractions upon issue.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2075" y="4200525"/>
            <a:ext cx="3476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E123C"/>
                </a:solidFill>
                <a:latin typeface="Plus Jakarta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2075" y="4438650"/>
            <a:ext cx="36504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Algorithmic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2075" y="4695825"/>
            <a:ext cx="28765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Automatic ABO/Rh compatibility filters.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2025" y="4200525"/>
            <a:ext cx="3476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E123C"/>
                </a:solidFill>
                <a:latin typeface="Plus Jakarta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2025" y="4438650"/>
            <a:ext cx="3609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Error Elimination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2025" y="4695825"/>
            <a:ext cx="28765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Input validation and graceful error handling.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33712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33712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33712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09937"/>
            <a:ext cx="295275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09937"/>
            <a:ext cx="29527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09937"/>
            <a:ext cx="295275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23C"/>
                </a:solidFill>
                <a:latin typeface="Plus Jakarta Sans"/>
              </a:rPr>
              <a:t>System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Six Integrated Functional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0998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Donor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24312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Register, edit, and query donor blood groups.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0998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Inventory Tracker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024312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Monitor available blood units by blood group.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09987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Patient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24312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Queue urgent requests with volume requirements.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33625"/>
            <a:ext cx="5314950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19475"/>
            <a:ext cx="5314950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05325"/>
            <a:ext cx="5314950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25717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47434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885950"/>
            <a:ext cx="5314950" cy="400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885950"/>
            <a:ext cx="5314950" cy="400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23C"/>
                </a:solidFill>
                <a:latin typeface="Plus Jakarta Sans"/>
              </a:rPr>
              <a:t>Cold-Chain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Precision Blood Unit Inventory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571750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BE123C"/>
                </a:solidFill>
                <a:latin typeface="Plus Jakarta Sans"/>
              </a:rPr>
              <a:t>A+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3657600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BE123C"/>
                </a:solidFill>
                <a:latin typeface="Plus Jakarta Sans"/>
              </a:rPr>
              <a:t>O-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4743450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BE123C"/>
                </a:solidFill>
                <a:latin typeface="Plus Jakarta Sans"/>
              </a:rPr>
              <a:t>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7325" y="2581275"/>
            <a:ext cx="403800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High-Demand Stock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7325" y="2800350"/>
            <a:ext cx="3845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Real-time addition of new intake bags.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7325" y="3667125"/>
            <a:ext cx="4600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Universal Donor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7325" y="3886200"/>
            <a:ext cx="4381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Alerts on critical universal supply thresholds.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7325" y="4752975"/>
            <a:ext cx="45505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Automated Stock Deduction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7325" y="4972050"/>
            <a:ext cx="4333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Instant unit deduction on patient fulfillment.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19412"/>
            <a:ext cx="2600325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3810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843462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919412"/>
            <a:ext cx="2600325" cy="3810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919412"/>
            <a:ext cx="9525" cy="1933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0" y="2919412"/>
            <a:ext cx="9525" cy="1933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00425" y="2919412"/>
            <a:ext cx="2600325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3810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00425" y="4843462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00425" y="2919412"/>
            <a:ext cx="2600325" cy="3810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0425" y="2919412"/>
            <a:ext cx="9525" cy="1933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91225" y="2919412"/>
            <a:ext cx="9525" cy="1933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1250" y="2919412"/>
            <a:ext cx="2600325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3810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1250" y="4843462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0" y="2919412"/>
            <a:ext cx="2600325" cy="3810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0" y="2919412"/>
            <a:ext cx="9525" cy="1933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82050" y="2919412"/>
            <a:ext cx="9525" cy="1933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82075" y="2919412"/>
            <a:ext cx="2600325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3810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82075" y="4843462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82075" y="2919412"/>
            <a:ext cx="2600325" cy="3810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82075" y="2919412"/>
            <a:ext cx="9525" cy="1933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72875" y="2919412"/>
            <a:ext cx="9525" cy="1933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600" y="457200"/>
            <a:ext cx="110680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23C"/>
                </a:solidFill>
                <a:latin typeface="Plus Jakarta Sans"/>
              </a:rPr>
              <a:t>Technical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953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Built On Core Java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148012"/>
            <a:ext cx="2238375" cy="1476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23C"/>
                </a:solidFill>
                <a:latin typeface="Plus Jakarta Sans"/>
              </a:rPr>
              <a:t>OOP Principles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9025" y="3148012"/>
            <a:ext cx="2238375" cy="1476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23C"/>
                </a:solidFill>
                <a:latin typeface="Plus Jakarta Sans"/>
              </a:rPr>
              <a:t>Data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850" y="3148012"/>
            <a:ext cx="2238375" cy="1476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23C"/>
                </a:solidFill>
                <a:latin typeface="Plus Jakarta Sans"/>
              </a:rPr>
              <a:t>Business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675" y="3148012"/>
            <a:ext cx="2238375" cy="1476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23C"/>
                </a:solidFill>
                <a:latin typeface="Plus Jakarta Sans"/>
              </a:rPr>
              <a:t>Robustness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3443287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Classes &amp; Objects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3738562"/>
            <a:ext cx="221932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Encapsulated models for Donor, Patient, and Blood Inventory objects.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8550" y="3443287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Collections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8550" y="3738562"/>
            <a:ext cx="221932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Dynamic ArrayList structures for rapid lookup and record storage.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9375" y="3443287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Matching Algorithms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9375" y="3738562"/>
            <a:ext cx="221932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Conditional logic evaluating antigen and Rh compatibility rules.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0200" y="3443287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Exception Handling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0200" y="3738562"/>
            <a:ext cx="221932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Try-catch blocks preventing application crashes during invalid entry.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3237"/>
            <a:ext cx="2471737" cy="1685925"/>
          </a:xfrm>
          <a:prstGeom prst="roundRect">
            <a:avLst>
              <a:gd name="adj" fmla="val 7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43287" y="3043237"/>
            <a:ext cx="2471737" cy="1685925"/>
          </a:xfrm>
          <a:prstGeom prst="roundRect">
            <a:avLst>
              <a:gd name="adj" fmla="val 7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76975" y="3043237"/>
            <a:ext cx="2471737" cy="1685925"/>
          </a:xfrm>
          <a:prstGeom prst="roundRect">
            <a:avLst>
              <a:gd name="adj" fmla="val 7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10662" y="3043237"/>
            <a:ext cx="2471737" cy="1685925"/>
          </a:xfrm>
          <a:prstGeom prst="roundRect">
            <a:avLst>
              <a:gd name="adj" fmla="val 7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654968" y="328136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88656" y="328136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22343" y="328136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56031" y="328136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37" y="3781425"/>
            <a:ext cx="1333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3781425"/>
            <a:ext cx="1333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012" y="3781425"/>
            <a:ext cx="1333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0680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23C"/>
                </a:solidFill>
                <a:latin typeface="Plus Jakarta Sans"/>
              </a:rPr>
              <a:t>Execution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End-to-End Operational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93" y="3281362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930" y="3776662"/>
            <a:ext cx="261907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Donor 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289" y="4052887"/>
            <a:ext cx="249435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Capture blood group &amp; health eligibility.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5781" y="3281362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9617" y="3776662"/>
            <a:ext cx="261907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Stock Increment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1976" y="4052887"/>
            <a:ext cx="249435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Update inventory count for donated group.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9468" y="3281362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3305" y="3776662"/>
            <a:ext cx="261907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Patient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5664" y="4052887"/>
            <a:ext cx="249435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Input requested blood type and volume.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3156" y="3281362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6992" y="3776662"/>
            <a:ext cx="261907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Match &amp; Issue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9351" y="4052887"/>
            <a:ext cx="249435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Verify compatibility and issue blood units.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4637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14637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14637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329112"/>
            <a:ext cx="5372100" cy="6286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4329112"/>
            <a:ext cx="5372100" cy="6286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52913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4529137"/>
            <a:ext cx="2857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0680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E123C"/>
                </a:solidFill>
                <a:latin typeface="Plus Jakarta Sans"/>
              </a:rPr>
              <a:t>Measured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Operational Performance &amp;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3237"/>
            <a:ext cx="381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BE123C"/>
                </a:solidFill>
                <a:latin typeface="Plus Jakarta Sans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76637"/>
            <a:ext cx="381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Digital Record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0" y="3043237"/>
            <a:ext cx="381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BE123C"/>
                </a:solidFill>
                <a:latin typeface="Plus Jakarta Sans"/>
              </a:rPr>
              <a:t>&lt; 3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0" y="3576637"/>
            <a:ext cx="381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Donor Compatibility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0" y="3043237"/>
            <a:ext cx="381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BE123C"/>
                </a:solidFill>
                <a:latin typeface="Plus Jakarta Sans"/>
              </a:rPr>
              <a:t>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0" y="3576637"/>
            <a:ext cx="381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Manual Transfusion Matching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8725" y="4533900"/>
            <a:ext cx="4452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Safeguards against critical blood shortages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6575" y="4533900"/>
            <a:ext cx="3976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Practical demo for Java OOP concepts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175670"/>
            <a:ext cx="6324600" cy="819150"/>
          </a:xfrm>
          <a:prstGeom prst="roundRect">
            <a:avLst>
              <a:gd name="adj" fmla="val 9302"/>
            </a:avLst>
          </a:prstGeom>
          <a:solidFill>
            <a:srgbClr val="8926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175670"/>
            <a:ext cx="38100" cy="8191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1047750"/>
            <a:ext cx="4191000" cy="4762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450" y="1066800"/>
            <a:ext cx="4152900" cy="472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863179"/>
            <a:ext cx="7905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DA4AF"/>
                </a:solidFill>
                <a:latin typeface="Plus Jakarta San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48929"/>
            <a:ext cx="6740842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FFFFF"/>
                </a:solidFill>
                <a:latin typeface="Plus Jakarta Sans"/>
              </a:rPr>
              <a:t>Empowering Healthcare Through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99370"/>
            <a:ext cx="6419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ECDD3"/>
                </a:solidFill>
                <a:latin typeface="Plus Jakarta Sans"/>
              </a:rPr>
              <a:t>Combining donor management, inventory control, and compatibility logic into one unified, accessible Java system to save lives.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366170"/>
            <a:ext cx="60007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 u="none">
                <a:solidFill>
                  <a:srgbClr val="FFFFFF"/>
                </a:solidFill>
                <a:latin typeface="Plus Jakarta Sans"/>
              </a:rPr>
              <a:t>"Core Java fundamentals applied directly to solve real-world healthcare challenges."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4765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2480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857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9375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90900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242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Plus Jakarta Sans"/>
              </a:rPr>
              <a:t>https://image.made-in-china.com/202f0j00DCeindMGLZpR/Wego-Medical-450ml-Single-Cpda-1-Blood-Collection-Transfusion-Bag-with-CE-Certificate.webp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1238250"/>
            <a:ext cx="3488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Source: foosin.en.made-in-china.com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Plus Jakarta Sans"/>
              </a:rPr>
              <a:t>https://media.istockphoto.com/id/1371704715/photo/sample-test-tubes-with-multicolor-lids-a-rack-in-laboratory.jpg?s=612x612&amp;w=0&amp;k=20&amp;c=rKOk5_J1HHCB1cIb3KtERgnrhOQQ-k5yv4uiDar_Nxg=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124075"/>
            <a:ext cx="2833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Source: www.istockphoto.com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2657475"/>
            <a:ext cx="8239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Plus Jakarta Sans"/>
              </a:rPr>
              <a:t>https://www.vmedtechnology.com/wp-content/uploads/2023/09/VC_withands_FINAL-e1768603514128.png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2857500"/>
            <a:ext cx="3286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Source: www.vmedtechnology.com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429000"/>
            <a:ext cx="7536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Plus Jakarta Sans"/>
              </a:rPr>
              <a:t>https://thedailyscan.providencehealthcare.org/wp-content/uploads/2026/05/Milk_1-564x752.jpeg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3629025"/>
            <a:ext cx="4345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Source: thedailyscan.providencehealthcare.org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200525"/>
            <a:ext cx="10525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Plus Jakarta Sans"/>
              </a:rPr>
              <a:t>https://cdn.shopify.com/s/files/1/0691/6866/0573/files/clinical-laboratory-equipment-overview-modern-diagnostics-setup.webp?v=1764886189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400550"/>
            <a:ext cx="3059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Plus Jakarta Sans"/>
              </a:rPr>
              <a:t>Source: labequipmentdirect.com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606</Words>
  <Application>Microsoft Office PowerPoint</Application>
  <PresentationFormat>Custom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dc:description>generated using python-pptx</dc:description>
  <cp:lastModifiedBy>Admin</cp:lastModifiedBy>
  <cp:revision>3</cp:revision>
  <dcterms:created xsi:type="dcterms:W3CDTF">2013-01-27T09:14:16Z</dcterms:created>
  <dcterms:modified xsi:type="dcterms:W3CDTF">2026-09-23T03:42:53Z</dcterms:modified>
</cp:coreProperties>
</file>